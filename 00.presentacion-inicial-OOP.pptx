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embeddedFontLst>
    <p:embeddedFont>
      <p:font typeface="Saira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6DCE1-C699-2FA0-55DB-47766938BC72}" v="126" dt="2026-07-21T23:12:06.126"/>
  </p1510:revLst>
</p1510:revInfo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36" Type="http://customschemas.google.com/relationships/presentationmetadata" Target="metadata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Windows Live" clId="Web-{87E6DCE1-C699-2FA0-55DB-47766938BC72}"/>
    <pc:docChg chg="modSld">
      <pc:chgData name="Norbey Muñoz" userId="b7e811e8891ccd42" providerId="Windows Live" clId="Web-{87E6DCE1-C699-2FA0-55DB-47766938BC72}" dt="2026-07-21T23:12:06.126" v="87" actId="20577"/>
      <pc:docMkLst>
        <pc:docMk/>
      </pc:docMkLst>
      <pc:sldChg chg="modSp">
        <pc:chgData name="Norbey Muñoz" userId="b7e811e8891ccd42" providerId="Windows Live" clId="Web-{87E6DCE1-C699-2FA0-55DB-47766938BC72}" dt="2026-07-21T23:09:53.437" v="22" actId="20577"/>
        <pc:sldMkLst>
          <pc:docMk/>
          <pc:sldMk cId="3861613165" sldId="261"/>
        </pc:sldMkLst>
        <pc:spChg chg="mod">
          <ac:chgData name="Norbey Muñoz" userId="b7e811e8891ccd42" providerId="Windows Live" clId="Web-{87E6DCE1-C699-2FA0-55DB-47766938BC72}" dt="2026-07-21T23:09:53.437" v="22" actId="20577"/>
          <ac:spMkLst>
            <pc:docMk/>
            <pc:sldMk cId="3861613165" sldId="261"/>
            <ac:spMk id="3" creationId="{A7D22AAA-EFD0-C1F6-02C5-747DB3A98B32}"/>
          </ac:spMkLst>
        </pc:spChg>
      </pc:sldChg>
      <pc:sldChg chg="modSp">
        <pc:chgData name="Norbey Muñoz" userId="b7e811e8891ccd42" providerId="Windows Live" clId="Web-{87E6DCE1-C699-2FA0-55DB-47766938BC72}" dt="2026-07-21T23:11:16" v="44" actId="20577"/>
        <pc:sldMkLst>
          <pc:docMk/>
          <pc:sldMk cId="1514910766" sldId="262"/>
        </pc:sldMkLst>
        <pc:spChg chg="mod">
          <ac:chgData name="Norbey Muñoz" userId="b7e811e8891ccd42" providerId="Windows Live" clId="Web-{87E6DCE1-C699-2FA0-55DB-47766938BC72}" dt="2026-07-21T23:11:16" v="44" actId="20577"/>
          <ac:spMkLst>
            <pc:docMk/>
            <pc:sldMk cId="1514910766" sldId="262"/>
            <ac:spMk id="3" creationId="{C267E7DC-89DB-A13E-3720-6C1EFF9B4A6E}"/>
          </ac:spMkLst>
        </pc:spChg>
      </pc:sldChg>
      <pc:sldChg chg="modSp">
        <pc:chgData name="Norbey Muñoz" userId="b7e811e8891ccd42" providerId="Windows Live" clId="Web-{87E6DCE1-C699-2FA0-55DB-47766938BC72}" dt="2026-07-21T23:12:06.126" v="87" actId="20577"/>
        <pc:sldMkLst>
          <pc:docMk/>
          <pc:sldMk cId="0" sldId="263"/>
        </pc:sldMkLst>
        <pc:spChg chg="mod">
          <ac:chgData name="Norbey Muñoz" userId="b7e811e8891ccd42" providerId="Windows Live" clId="Web-{87E6DCE1-C699-2FA0-55DB-47766938BC72}" dt="2026-07-21T23:12:06.126" v="87" actId="20577"/>
          <ac:spMkLst>
            <pc:docMk/>
            <pc:sldMk cId="0" sldId="263"/>
            <ac:spMk id="8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8b4de9e97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8b4de9e97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18B26E5-7550-C5A1-32D0-895B3377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DA89363-3316-C99B-778D-D47CC8BC4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3F0AAD3-586B-F353-B699-7F62C51C1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66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317C0E6-40F2-A600-A956-6F799259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067562C0-6680-BCD8-D0C8-C8B826935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79E3ACD-178E-4959-2F3D-263602435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9701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subTitle" idx="2"/>
          </p:nvPr>
        </p:nvSpPr>
        <p:spPr>
          <a:xfrm>
            <a:off x="10904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ubTitle" idx="3"/>
          </p:nvPr>
        </p:nvSpPr>
        <p:spPr>
          <a:xfrm>
            <a:off x="1730767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4"/>
          </p:nvPr>
        </p:nvSpPr>
        <p:spPr>
          <a:xfrm>
            <a:off x="10904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6"/>
          </p:nvPr>
        </p:nvSpPr>
        <p:spPr>
          <a:xfrm>
            <a:off x="4743800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 txBox="1">
            <a:spLocks noGrp="1"/>
          </p:cNvSpPr>
          <p:nvPr>
            <p:ph type="subTitle" idx="8"/>
          </p:nvPr>
        </p:nvSpPr>
        <p:spPr>
          <a:xfrm>
            <a:off x="4743800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subTitle" idx="13"/>
          </p:nvPr>
        </p:nvSpPr>
        <p:spPr>
          <a:xfrm>
            <a:off x="84528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ubTitle" idx="14"/>
          </p:nvPr>
        </p:nvSpPr>
        <p:spPr>
          <a:xfrm>
            <a:off x="9027764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subTitle" idx="15"/>
          </p:nvPr>
        </p:nvSpPr>
        <p:spPr>
          <a:xfrm>
            <a:off x="84528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10338094" y="719350"/>
            <a:ext cx="958501" cy="139373"/>
            <a:chOff x="7458947" y="539500"/>
            <a:chExt cx="1013500" cy="147350"/>
          </a:xfrm>
        </p:grpSpPr>
        <p:sp>
          <p:nvSpPr>
            <p:cNvPr id="402" name="Google Shape;402;p24"/>
            <p:cNvSpPr/>
            <p:nvPr/>
          </p:nvSpPr>
          <p:spPr>
            <a:xfrm>
              <a:off x="7458947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754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92022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108559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3252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408" name="Google Shape;408;p24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7734769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Título y objeto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761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3047996" y="3734215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Programación Orientada a Objetos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Condiciones (I)</a:t>
            </a:r>
            <a:endParaRPr dirty="0">
              <a:solidFill>
                <a:schemeClr val="accen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2063933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Respeto y comunicación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Puntualidad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Roles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Compromiso</a:t>
            </a:r>
            <a:endParaRPr dirty="0"/>
          </a:p>
        </p:txBody>
      </p:sp>
      <p:grpSp>
        <p:nvGrpSpPr>
          <p:cNvPr id="891" name="Google Shape;891;p39"/>
          <p:cNvGrpSpPr/>
          <p:nvPr/>
        </p:nvGrpSpPr>
        <p:grpSpPr>
          <a:xfrm>
            <a:off x="1409068" y="2447553"/>
            <a:ext cx="246161" cy="259529"/>
            <a:chOff x="4854075" y="2527625"/>
            <a:chExt cx="56000" cy="59050"/>
          </a:xfrm>
        </p:grpSpPr>
        <p:sp>
          <p:nvSpPr>
            <p:cNvPr id="892" name="Google Shape;892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4" name="Google Shape;894;p39"/>
          <p:cNvGrpSpPr/>
          <p:nvPr/>
        </p:nvGrpSpPr>
        <p:grpSpPr>
          <a:xfrm>
            <a:off x="5041318" y="2447553"/>
            <a:ext cx="246161" cy="259529"/>
            <a:chOff x="4854075" y="2527625"/>
            <a:chExt cx="56000" cy="59050"/>
          </a:xfrm>
        </p:grpSpPr>
        <p:sp>
          <p:nvSpPr>
            <p:cNvPr id="895" name="Google Shape;895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7" name="Google Shape;897;p39"/>
          <p:cNvGrpSpPr/>
          <p:nvPr/>
        </p:nvGrpSpPr>
        <p:grpSpPr>
          <a:xfrm>
            <a:off x="8696534" y="2447553"/>
            <a:ext cx="246161" cy="259529"/>
            <a:chOff x="4854075" y="2527625"/>
            <a:chExt cx="56000" cy="59050"/>
          </a:xfrm>
        </p:grpSpPr>
        <p:sp>
          <p:nvSpPr>
            <p:cNvPr id="898" name="Google Shape;898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903" name="Google Shape;903;p39"/>
          <p:cNvGrpSpPr/>
          <p:nvPr/>
        </p:nvGrpSpPr>
        <p:grpSpPr>
          <a:xfrm>
            <a:off x="5041318" y="4442586"/>
            <a:ext cx="246161" cy="259529"/>
            <a:chOff x="4854075" y="2527625"/>
            <a:chExt cx="56000" cy="59050"/>
          </a:xfrm>
        </p:grpSpPr>
        <p:sp>
          <p:nvSpPr>
            <p:cNvPr id="904" name="Google Shape;904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05" name="Google Shape;905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6F5C201-6C30-E037-2723-A5F1DEB5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A7F4CDA-E40F-8DFA-A7FD-AEF235B9E803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5C30B43A-087D-E390-38D8-85D41F2DDD58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D22AAA-EFD0-C1F6-02C5-747DB3A98B32}"/>
              </a:ext>
            </a:extLst>
          </p:cNvPr>
          <p:cNvSpPr txBox="1"/>
          <p:nvPr/>
        </p:nvSpPr>
        <p:spPr>
          <a:xfrm>
            <a:off x="999516" y="1525277"/>
            <a:ext cx="10206747" cy="51706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/>
              <a:t>Regla 1</a:t>
            </a:r>
            <a:r>
              <a:rPr lang="es-ES" sz="2400"/>
              <a:t>: registrar la mitad o menos de la mitad de las </a:t>
            </a:r>
            <a:r>
              <a:rPr lang="es-ES" sz="2400" dirty="0"/>
              <a:t>asistencias en el corte no le permitirá presentar el parcial.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si se debe firmar asistencia 10 veces en un corte y tiene 5 o más inasistencias no presenta parcial. La nota es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/>
              <a:t>Regla 2</a:t>
            </a:r>
            <a:r>
              <a:rPr lang="es-ES" sz="2400"/>
              <a:t>: la inasistencia a una clase en la que se realiza </a:t>
            </a:r>
            <a:r>
              <a:rPr lang="es-ES" sz="2400" dirty="0"/>
              <a:t>alguna actividad evaluativa como quiz, taller o parcial deberá justificarse para permitirse la presentación posterior. En caso de no tener justificación se permitirá la realización y/o entrega, pero nunca superando el valor </a:t>
            </a:r>
            <a:r>
              <a:rPr lang="es-ES" sz="2400"/>
              <a:t>aprobatorio de la nota (por ejemplo 3,0 o 60).</a:t>
            </a:r>
            <a:endParaRPr lang="es-ES" sz="200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no asistió a una clase donde se realizó quiz y la justificación de inasistencia no es válida o no tiene, presentará el quiz sobre 3,0. En caso de que tenga, se evalúa normal sobre 5,0.</a:t>
            </a:r>
          </a:p>
        </p:txBody>
      </p:sp>
    </p:spTree>
    <p:extLst>
      <p:ext uri="{BB962C8B-B14F-4D97-AF65-F5344CB8AC3E}">
        <p14:creationId xmlns:p14="http://schemas.microsoft.com/office/powerpoint/2010/main" val="386161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32A83AD-0A32-7782-7A38-847CC1D3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182A2DC-8EB9-E880-C9D4-5802AFA13294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2ABA9BF-AA41-24AF-7819-91DA4AD6E162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(III)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67E7DC-89DB-A13E-3720-6C1EFF9B4A6E}"/>
              </a:ext>
            </a:extLst>
          </p:cNvPr>
          <p:cNvSpPr txBox="1"/>
          <p:nvPr/>
        </p:nvSpPr>
        <p:spPr>
          <a:xfrm>
            <a:off x="999516" y="1525277"/>
            <a:ext cx="10206747" cy="5232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3</a:t>
            </a:r>
            <a:r>
              <a:rPr lang="es-ES" sz="2400" dirty="0"/>
              <a:t>: el uso de Inteligencia Artificial (IA) está prohibida en los </a:t>
            </a:r>
            <a:r>
              <a:rPr lang="es-ES" sz="2400" dirty="0" err="1"/>
              <a:t>quices</a:t>
            </a:r>
            <a:r>
              <a:rPr lang="es-ES" sz="2400" dirty="0"/>
              <a:t>* y parciales. En los talleres o actividades no evaluativas de clase puede emplearse siempre y cuando se indague </a:t>
            </a:r>
            <a:r>
              <a:rPr lang="es-ES" sz="2400" dirty="0" err="1"/>
              <a:t>el porqué</a:t>
            </a:r>
            <a:r>
              <a:rPr lang="es-ES" sz="2400" dirty="0"/>
              <a:t> la solución es la brindada por la IA. 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En los </a:t>
            </a:r>
            <a:r>
              <a:rPr lang="es-ES" sz="2000" dirty="0" err="1">
                <a:solidFill>
                  <a:schemeClr val="accent1"/>
                </a:solidFill>
              </a:rPr>
              <a:t>quices</a:t>
            </a:r>
            <a:r>
              <a:rPr lang="es-ES" sz="2000" dirty="0">
                <a:solidFill>
                  <a:schemeClr val="accent1"/>
                </a:solidFill>
              </a:rPr>
              <a:t> podría usarse, dependiendo el tema y el avance con el curso.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Toda sospecha de uso de IA será revisada y en caso de comprobarse la nota será de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/>
              <a:t>Regla 4</a:t>
            </a:r>
            <a:r>
              <a:rPr lang="es-ES" sz="2400"/>
              <a:t>: sea consciente de que la nota la va construyendo usted </a:t>
            </a:r>
            <a:r>
              <a:rPr lang="es-ES" sz="2400" dirty="0"/>
              <a:t>a lo largo del semestre. Sea constante y realice los trabajos solicitados, estudie y resuelva dudas. Al finalizar las clases del semestre el profesor </a:t>
            </a:r>
            <a:r>
              <a:rPr lang="es-ES" sz="2400" b="1" dirty="0"/>
              <a:t>NO</a:t>
            </a:r>
            <a:r>
              <a:rPr lang="es-ES" sz="2400" dirty="0"/>
              <a:t> brindará ayuda o trabajos adicionales para “subir la nota”.</a:t>
            </a: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>
                <a:solidFill>
                  <a:schemeClr val="accent1"/>
                </a:solidFill>
              </a:rPr>
              <a:t>Un 58,8 es un 58,8 (59). Asegúrese de lograr sus notas y objetivos </a:t>
            </a:r>
            <a:r>
              <a:rPr lang="es-ES" sz="200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es-E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91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sz="1850"/>
              <a:t>* Nombre, edad</a:t>
            </a:r>
            <a:endParaRPr lang="es-CO" dirty="0"/>
          </a:p>
          <a:p>
            <a:pPr marL="0" indent="0" algn="just"/>
            <a:r>
              <a:rPr lang="es-CO" sz="1850" dirty="0"/>
              <a:t>* Solo estudia o también </a:t>
            </a:r>
            <a:r>
              <a:rPr lang="es-CO" sz="1850"/>
              <a:t>trabaja</a:t>
            </a:r>
            <a:endParaRPr lang="es-CO" sz="1850" dirty="0"/>
          </a:p>
          <a:p>
            <a:pPr marL="0" indent="0" algn="just"/>
            <a:r>
              <a:rPr lang="es-CO" sz="1850" dirty="0"/>
              <a:t>* </a:t>
            </a:r>
            <a:r>
              <a:rPr lang="es-CO" sz="1850"/>
              <a:t>Carrera y semestre de</a:t>
            </a:r>
            <a:r>
              <a:rPr lang="es-CO" sz="1850" dirty="0"/>
              <a:t> la carrera</a:t>
            </a:r>
          </a:p>
          <a:p>
            <a:pPr marL="0" indent="0" algn="just"/>
            <a:r>
              <a:rPr lang="es-CO" sz="1850" dirty="0"/>
              <a:t>* Ha trabajado algo sobre </a:t>
            </a:r>
            <a:r>
              <a:rPr lang="es-CO" sz="1850"/>
              <a:t>Programación</a:t>
            </a:r>
            <a:endParaRPr lang="es-CO" dirty="0"/>
          </a:p>
          <a:p>
            <a:pPr marL="0" indent="0" algn="just">
              <a:spcBef>
                <a:spcPts val="2133"/>
              </a:spcBef>
              <a:spcAft>
                <a:spcPts val="2133"/>
              </a:spcAft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1118417-374D-3BEC-5595-1A2C99259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16" y="3045218"/>
            <a:ext cx="3951808" cy="374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</TotalTime>
  <Words>456</Words>
  <Application>Microsoft Office PowerPoint</Application>
  <PresentationFormat>Panorámica</PresentationFormat>
  <Paragraphs>41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Tema de Office</vt:lpstr>
      <vt:lpstr>Tissue Nanotransfection Breakthrough by Slidesgo</vt:lpstr>
      <vt:lpstr>Presentación de PowerPoint</vt:lpstr>
      <vt:lpstr>Presentación de PowerPoint</vt:lpstr>
      <vt:lpstr>Condiciones (I)</vt:lpstr>
      <vt:lpstr>Presentación de PowerPoint</vt:lpstr>
      <vt:lpstr>Presentación de PowerPoint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40</cp:revision>
  <dcterms:created xsi:type="dcterms:W3CDTF">2021-11-22T19:41:18Z</dcterms:created>
  <dcterms:modified xsi:type="dcterms:W3CDTF">2026-07-21T23:12:14Z</dcterms:modified>
</cp:coreProperties>
</file>